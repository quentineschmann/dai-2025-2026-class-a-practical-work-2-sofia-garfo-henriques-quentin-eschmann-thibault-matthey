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9" r:id="rId4"/>
    <p:sldId id="271" r:id="rId5"/>
    <p:sldId id="272" r:id="rId6"/>
    <p:sldId id="273" r:id="rId7"/>
    <p:sldId id="275" r:id="rId8"/>
    <p:sldId id="274" r:id="rId9"/>
    <p:sldId id="270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CAEC"/>
    <a:srgbClr val="163E64"/>
    <a:srgbClr val="215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31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BA611-CD30-41A1-B46E-2F9966214A8A}" type="datetimeFigureOut">
              <a:rPr lang="fr-CH" smtClean="0"/>
              <a:t>03.12.2025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DB67E-2F49-4B82-BD34-80F660E668E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9578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399E3-AAC7-F365-492A-B42F4789E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84E33C1-E4A6-292B-EF73-AD106F5FA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08EA59-9DF4-F7E1-FA38-726F300E5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03.12.2025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2CA3FE-BE9D-0E20-28F5-FC54A8073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007EE1-9327-A669-E41B-1983D9E7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08013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123106-1ABC-0894-4399-318E2A19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731E93-9DF7-1699-7AA3-2C3E5DE0D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08258B-94D9-BAEF-11AD-3963DB89C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03.12.2025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03FBB4-8FB2-693B-4EF8-BDE77C20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BFE1F3-9C20-8A25-6031-3EB233DD1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25487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083D1-D282-F2DF-4C42-756EDBC75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99E66D-115E-2646-7D84-6F9C8470A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A7214F-1B37-932E-374E-8FD170B0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03.12.2025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7C6554-4613-EA9B-6CCD-9A4CDC174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4A00B9-B004-0857-37EB-F37BE931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75044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74AB0-24E2-EFF7-FA55-CCFD97F7F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34029A-C42B-EDA7-C98B-D048D3B26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B0200C0-9A3C-A2B3-9AA5-8B4739FF7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D8FD0FE-5469-968C-E9EC-E02A82F9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03.12.2025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2BD49A-60A5-F995-57A2-DADD0D657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5FA9EF-4374-7F66-00E0-FB5F4DD8C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6019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7C2231-9F12-FD47-EA8D-781C819E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FA6532-FA5B-0E98-C0EA-38C74ADF5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2557213-BE48-407B-B4FC-06F9399E5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773080-214F-8F48-AECF-7EA7C6B3E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6438C58-3827-ACC3-D60B-BAA47F3945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DEC121C-0A2A-6AE7-C803-13A150E16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03.12.2025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31E38E3-1B08-4CCE-3FAD-A9B64D3CC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D87AF41-61CD-F456-EF23-FEBB086A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86052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C1258C-CDB3-FF58-3315-5E714E0DC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C37EF9-68DD-3B6D-A77E-60A1ECAE6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03.12.2025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BE08AD-99F9-C612-7A81-2337F6AE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AF42708-F77D-CFCB-E4A1-D5A707D1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00250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E5A6F27-E60E-C9CC-23C1-1DE643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03.12.2025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66A450-D487-8B8F-02FE-0E2C6DCA9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2FACC9-49A0-E37A-F240-058B2CE46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74525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CCE398-7EE0-038F-44A4-F1C92D846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F8CBA1-33B3-407F-A6D3-3A10CCA16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250F82-9926-838F-73F0-CD3AA1993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1C943D-8462-11BF-F564-C66C3EDA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03.12.2025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40A739-27C7-DDD6-82D1-4C3C7DC3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DCAB4E-5CFB-8812-6F6C-0193D756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7737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416D31-C264-664C-2D4C-1C245552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D6804EC-62A4-0AA4-5F29-557ADC53A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1B302D6-5862-DF93-5224-BA6B66EAF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44A9FA-8267-7145-5CFE-A58DB61B5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03.12.2025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FD05CC8-CE8B-87C5-1DB5-A3F9ADED6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9F743C-0970-41FB-16B4-4FD69A8C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2134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98DD9A-8E70-1919-6E3D-6A03CA53D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C0B023F-1472-F869-EFB2-7727D922C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E48FE7-3FDA-2BB1-CCAE-2F7248F2B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03.12.2025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B649DF-A595-B070-B295-1917528C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BC82A5-E5AC-1F75-3C2F-DC662F542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8930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35E5F2D-C457-2364-D70F-C50E2C931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5E96BD-A6D5-1715-BCE5-5B194D64D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CA8493-1AD0-9E0F-FFB8-4155F2910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03.12.2025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E39E6E-D74F-5C76-C475-CEA3CEB4C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DE7321-503B-8763-5935-954B8D19F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3886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7D6D18D-7BDB-01E9-E670-1DBD4E779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91713F-D690-73A2-80C0-762C2E261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5AF3B1-DAD1-7441-B801-9CD70A987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AF8319-CBBE-4308-B4C7-811589C54584}" type="datetimeFigureOut">
              <a:rPr lang="fr-CH" smtClean="0"/>
              <a:t>03.12.2025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8BFDAE-47AD-D396-17CE-BEC97A3BC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74556C-C816-0AB4-6267-81E14B1AB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00881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7D4D2D-88D0-D975-3C2D-F8CC63E95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1630"/>
            <a:ext cx="9144000" cy="2387600"/>
          </a:xfrm>
        </p:spPr>
        <p:txBody>
          <a:bodyPr anchor="ctr"/>
          <a:lstStyle/>
          <a:p>
            <a:r>
              <a:rPr lang="fr-CH" dirty="0">
                <a:solidFill>
                  <a:srgbClr val="002060"/>
                </a:solidFill>
              </a:rPr>
              <a:t>Projet 2 DAI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6761C71-73A9-1201-169A-966CC0E41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9676" y="4308868"/>
            <a:ext cx="9144000" cy="1655762"/>
          </a:xfrm>
        </p:spPr>
        <p:txBody>
          <a:bodyPr/>
          <a:lstStyle/>
          <a:p>
            <a:endParaRPr lang="fr-CH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133ECC1C-1F49-2DF6-4185-88ED611E9B7E}"/>
              </a:ext>
            </a:extLst>
          </p:cNvPr>
          <p:cNvGrpSpPr/>
          <p:nvPr/>
        </p:nvGrpSpPr>
        <p:grpSpPr>
          <a:xfrm rot="10800000">
            <a:off x="7745514" y="5099589"/>
            <a:ext cx="8080172" cy="3218724"/>
            <a:chOff x="-3270248" y="-1491149"/>
            <a:chExt cx="8080172" cy="321872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091E0F4-2969-85FA-713E-68F3B30FCE41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F8EAF1-7002-8E92-28D7-3BF24773060C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0E642DE-F248-2B99-ADDE-FCD0DC287A1D}"/>
                </a:ext>
              </a:extLst>
            </p:cNvPr>
            <p:cNvSpPr/>
            <p:nvPr/>
          </p:nvSpPr>
          <p:spPr>
            <a:xfrm rot="19358576">
              <a:off x="-1730572" y="-884996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55C3AD17-6E9E-1C46-E890-C797C7563902}"/>
              </a:ext>
            </a:extLst>
          </p:cNvPr>
          <p:cNvGrpSpPr/>
          <p:nvPr/>
        </p:nvGrpSpPr>
        <p:grpSpPr>
          <a:xfrm>
            <a:off x="-3252272" y="-1419558"/>
            <a:ext cx="8080172" cy="3218724"/>
            <a:chOff x="-3270248" y="-1491149"/>
            <a:chExt cx="8080172" cy="32187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B98E541-D597-059A-E7BA-E65C0C0F9426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BC845C8-974E-7814-68ED-85988CD891FF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416CA3F-A285-2DAE-C958-E72C406FD514}"/>
                </a:ext>
              </a:extLst>
            </p:cNvPr>
            <p:cNvSpPr/>
            <p:nvPr/>
          </p:nvSpPr>
          <p:spPr>
            <a:xfrm rot="19358576">
              <a:off x="-1730572" y="-884996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 dirty="0"/>
            </a:p>
          </p:txBody>
        </p:sp>
      </p:grpSp>
    </p:spTree>
    <p:extLst>
      <p:ext uri="{BB962C8B-B14F-4D97-AF65-F5344CB8AC3E}">
        <p14:creationId xmlns:p14="http://schemas.microsoft.com/office/powerpoint/2010/main" val="364087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8"/>
    </mc:Choice>
    <mc:Fallback xmlns="">
      <p:transition spd="slow" advTm="10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BBCABE-E8C4-F541-583E-EC1A1A93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>
                <a:solidFill>
                  <a:srgbClr val="002060"/>
                </a:solidFill>
              </a:rPr>
              <a:t>What</a:t>
            </a:r>
            <a:r>
              <a:rPr lang="fr-CH" dirty="0">
                <a:solidFill>
                  <a:srgbClr val="002060"/>
                </a:solidFill>
              </a:rPr>
              <a:t> ?  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5276DF0B-D32F-1F72-DF76-585EE144603E}"/>
              </a:ext>
            </a:extLst>
          </p:cNvPr>
          <p:cNvGrpSpPr/>
          <p:nvPr/>
        </p:nvGrpSpPr>
        <p:grpSpPr>
          <a:xfrm rot="10800000">
            <a:off x="8242610" y="5344911"/>
            <a:ext cx="8014876" cy="3100402"/>
            <a:chOff x="-3270248" y="-1491149"/>
            <a:chExt cx="8014876" cy="310040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7801659-EB79-5723-81ED-E45E3538C037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FF0E632-DDF8-CB49-E841-D612119EC654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52F8BF-4E6A-ED59-E4EF-98730F0584A8}"/>
                </a:ext>
              </a:extLst>
            </p:cNvPr>
            <p:cNvSpPr/>
            <p:nvPr/>
          </p:nvSpPr>
          <p:spPr>
            <a:xfrm rot="19358576">
              <a:off x="-1795868" y="-1003318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20A44D6-1B39-3E10-FB8D-5443ADB20382}"/>
              </a:ext>
            </a:extLst>
          </p:cNvPr>
          <p:cNvSpPr/>
          <p:nvPr/>
        </p:nvSpPr>
        <p:spPr>
          <a:xfrm>
            <a:off x="1039535" y="1977502"/>
            <a:ext cx="2133600" cy="119174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4800" dirty="0"/>
              <a:t>Client</a:t>
            </a:r>
            <a:endParaRPr sz="4800" dirty="0"/>
          </a:p>
        </p:txBody>
      </p:sp>
      <p:cxnSp>
        <p:nvCxnSpPr>
          <p:cNvPr id="20" name="Connecteur droit avec flèche 9">
            <a:extLst>
              <a:ext uri="{FF2B5EF4-FFF2-40B4-BE49-F238E27FC236}">
                <a16:creationId xmlns:a16="http://schemas.microsoft.com/office/drawing/2014/main" id="{84DCC1A1-8B62-052B-329D-47FB96E6D37E}"/>
              </a:ext>
            </a:extLst>
          </p:cNvPr>
          <p:cNvCxnSpPr>
            <a:cxnSpLocks/>
            <a:stCxn id="4" idx="3"/>
            <a:endCxn id="35" idx="1"/>
          </p:cNvCxnSpPr>
          <p:nvPr/>
        </p:nvCxnSpPr>
        <p:spPr>
          <a:xfrm flipV="1">
            <a:off x="3173135" y="2568263"/>
            <a:ext cx="2596360" cy="5113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2E34C2F-5090-2EB9-742E-2B3269D6C4D2}"/>
              </a:ext>
            </a:extLst>
          </p:cNvPr>
          <p:cNvSpPr/>
          <p:nvPr/>
        </p:nvSpPr>
        <p:spPr>
          <a:xfrm>
            <a:off x="1081393" y="4060881"/>
            <a:ext cx="2049886" cy="100017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1200" dirty="0"/>
              <a:t>User</a:t>
            </a:r>
            <a:endParaRPr sz="1200" dirty="0"/>
          </a:p>
        </p:txBody>
      </p:sp>
      <p:cxnSp>
        <p:nvCxnSpPr>
          <p:cNvPr id="30" name="Connecteur droit avec flèche 9">
            <a:extLst>
              <a:ext uri="{FF2B5EF4-FFF2-40B4-BE49-F238E27FC236}">
                <a16:creationId xmlns:a16="http://schemas.microsoft.com/office/drawing/2014/main" id="{AEFB7AB2-41CD-9167-14C1-ECEC69EBEDAA}"/>
              </a:ext>
            </a:extLst>
          </p:cNvPr>
          <p:cNvCxnSpPr>
            <a:cxnSpLocks/>
            <a:stCxn id="28" idx="0"/>
            <a:endCxn id="4" idx="2"/>
          </p:cNvCxnSpPr>
          <p:nvPr/>
        </p:nvCxnSpPr>
        <p:spPr>
          <a:xfrm rot="16200000" flipV="1">
            <a:off x="1660521" y="3615065"/>
            <a:ext cx="891631" cy="1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4164F8E-E512-2850-3024-F83FFFFEE51A}"/>
              </a:ext>
            </a:extLst>
          </p:cNvPr>
          <p:cNvSpPr/>
          <p:nvPr/>
        </p:nvSpPr>
        <p:spPr>
          <a:xfrm>
            <a:off x="5769495" y="1972389"/>
            <a:ext cx="2133600" cy="119174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4800" dirty="0"/>
              <a:t>Server</a:t>
            </a:r>
            <a:endParaRPr sz="4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68B0C9-9386-3C3F-9ABB-CB57CCF75406}"/>
              </a:ext>
            </a:extLst>
          </p:cNvPr>
          <p:cNvSpPr/>
          <p:nvPr/>
        </p:nvSpPr>
        <p:spPr>
          <a:xfrm>
            <a:off x="3969505" y="2277689"/>
            <a:ext cx="1003620" cy="58114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1200" dirty="0"/>
              <a:t>TCP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197E9-F3A6-541A-3E16-B8EDF3A62284}"/>
              </a:ext>
            </a:extLst>
          </p:cNvPr>
          <p:cNvSpPr/>
          <p:nvPr/>
        </p:nvSpPr>
        <p:spPr>
          <a:xfrm>
            <a:off x="5809665" y="4060882"/>
            <a:ext cx="2049886" cy="100017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1200" dirty="0" err="1"/>
              <a:t>Database</a:t>
            </a:r>
            <a:r>
              <a:rPr lang="fr-CH" sz="1200" dirty="0"/>
              <a:t> : </a:t>
            </a:r>
            <a:r>
              <a:rPr lang="fr-CH" sz="1200" dirty="0" err="1"/>
              <a:t>hashmap</a:t>
            </a:r>
            <a:endParaRPr sz="1200" dirty="0"/>
          </a:p>
        </p:txBody>
      </p:sp>
      <p:cxnSp>
        <p:nvCxnSpPr>
          <p:cNvPr id="37" name="Connecteur droit avec flèche 9">
            <a:extLst>
              <a:ext uri="{FF2B5EF4-FFF2-40B4-BE49-F238E27FC236}">
                <a16:creationId xmlns:a16="http://schemas.microsoft.com/office/drawing/2014/main" id="{B27EBB6E-AAD1-3BFD-BC90-CFB9757BE46D}"/>
              </a:ext>
            </a:extLst>
          </p:cNvPr>
          <p:cNvCxnSpPr>
            <a:cxnSpLocks/>
            <a:stCxn id="35" idx="2"/>
            <a:endCxn id="34" idx="0"/>
          </p:cNvCxnSpPr>
          <p:nvPr/>
        </p:nvCxnSpPr>
        <p:spPr>
          <a:xfrm rot="5400000">
            <a:off x="6387080" y="3611666"/>
            <a:ext cx="896745" cy="1687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588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C520-ACE9-F910-788F-8B29B3719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58AC38-FF7C-0303-8BEC-B0B6BE427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>
                <a:solidFill>
                  <a:srgbClr val="002060"/>
                </a:solidFill>
              </a:rPr>
              <a:t>Why</a:t>
            </a:r>
            <a:r>
              <a:rPr lang="fr-CH" dirty="0">
                <a:solidFill>
                  <a:srgbClr val="002060"/>
                </a:solidFill>
              </a:rPr>
              <a:t> ?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4EB23CF9-5584-752B-1B7A-5F816337EF23}"/>
              </a:ext>
            </a:extLst>
          </p:cNvPr>
          <p:cNvGrpSpPr/>
          <p:nvPr/>
        </p:nvGrpSpPr>
        <p:grpSpPr>
          <a:xfrm rot="10800000">
            <a:off x="8242610" y="5344911"/>
            <a:ext cx="8014876" cy="3100402"/>
            <a:chOff x="-3270248" y="-1491149"/>
            <a:chExt cx="8014876" cy="310040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F9CD41-164A-939D-4045-C880F153331B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BE0A2A1-FB88-D0B4-E648-6A5F8E8F096F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AA656C7-C11C-E6A5-DAC0-34A02AF28949}"/>
                </a:ext>
              </a:extLst>
            </p:cNvPr>
            <p:cNvSpPr/>
            <p:nvPr/>
          </p:nvSpPr>
          <p:spPr>
            <a:xfrm rot="19358576">
              <a:off x="-1795868" y="-1003318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sp>
        <p:nvSpPr>
          <p:cNvPr id="11" name="Titre 1">
            <a:extLst>
              <a:ext uri="{FF2B5EF4-FFF2-40B4-BE49-F238E27FC236}">
                <a16:creationId xmlns:a16="http://schemas.microsoft.com/office/drawing/2014/main" id="{10D129DE-0AC0-FCCE-B34E-6B13D954B3D6}"/>
              </a:ext>
            </a:extLst>
          </p:cNvPr>
          <p:cNvSpPr txBox="1">
            <a:spLocks/>
          </p:cNvSpPr>
          <p:nvPr/>
        </p:nvSpPr>
        <p:spPr>
          <a:xfrm>
            <a:off x="838199" y="1453738"/>
            <a:ext cx="8044543" cy="49252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>
                <a:solidFill>
                  <a:srgbClr val="002060"/>
                </a:solidFill>
              </a:rPr>
              <a:t>A fast and portable quick </a:t>
            </a:r>
            <a:r>
              <a:rPr lang="fr-CH" sz="2400" dirty="0" err="1">
                <a:solidFill>
                  <a:srgbClr val="002060"/>
                </a:solidFill>
              </a:rPr>
              <a:t>inventory</a:t>
            </a:r>
            <a:r>
              <a:rPr lang="fr-CH" sz="2400" dirty="0">
                <a:solidFill>
                  <a:srgbClr val="002060"/>
                </a:solidFill>
              </a:rPr>
              <a:t> manager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 err="1">
                <a:solidFill>
                  <a:srgbClr val="002060"/>
                </a:solidFill>
              </a:rPr>
              <a:t>Ability</a:t>
            </a:r>
            <a:r>
              <a:rPr lang="fr-CH" sz="2400" dirty="0">
                <a:solidFill>
                  <a:srgbClr val="002060"/>
                </a:solidFill>
              </a:rPr>
              <a:t> </a:t>
            </a:r>
            <a:r>
              <a:rPr lang="fr-CH" sz="2400" dirty="0" err="1">
                <a:solidFill>
                  <a:srgbClr val="002060"/>
                </a:solidFill>
              </a:rPr>
              <a:t>with</a:t>
            </a:r>
            <a:r>
              <a:rPr lang="fr-CH" sz="2400" dirty="0">
                <a:solidFill>
                  <a:srgbClr val="002060"/>
                </a:solidFill>
              </a:rPr>
              <a:t> the docker container to </a:t>
            </a:r>
            <a:r>
              <a:rPr lang="fr-CH" sz="2400" dirty="0" err="1">
                <a:solidFill>
                  <a:srgbClr val="002060"/>
                </a:solidFill>
              </a:rPr>
              <a:t>deploy</a:t>
            </a:r>
            <a:r>
              <a:rPr lang="fr-CH" sz="2400" dirty="0">
                <a:solidFill>
                  <a:srgbClr val="002060"/>
                </a:solidFill>
              </a:rPr>
              <a:t> as </a:t>
            </a:r>
            <a:r>
              <a:rPr lang="fr-CH" sz="2400" dirty="0" err="1">
                <a:solidFill>
                  <a:srgbClr val="002060"/>
                </a:solidFill>
              </a:rPr>
              <a:t>much</a:t>
            </a:r>
            <a:r>
              <a:rPr lang="fr-CH" sz="2400" dirty="0">
                <a:solidFill>
                  <a:srgbClr val="002060"/>
                </a:solidFill>
              </a:rPr>
              <a:t> manager and client as possible </a:t>
            </a:r>
            <a:r>
              <a:rPr lang="fr-CH" sz="2400" dirty="0" err="1">
                <a:solidFill>
                  <a:srgbClr val="002060"/>
                </a:solidFill>
              </a:rPr>
              <a:t>very</a:t>
            </a:r>
            <a:r>
              <a:rPr lang="fr-CH" sz="2400" dirty="0">
                <a:solidFill>
                  <a:srgbClr val="002060"/>
                </a:solidFill>
              </a:rPr>
              <a:t> fast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 err="1">
                <a:solidFill>
                  <a:srgbClr val="002060"/>
                </a:solidFill>
              </a:rPr>
              <a:t>With</a:t>
            </a:r>
            <a:r>
              <a:rPr lang="fr-CH" sz="2400" dirty="0">
                <a:solidFill>
                  <a:srgbClr val="002060"/>
                </a:solidFill>
              </a:rPr>
              <a:t> the </a:t>
            </a:r>
            <a:r>
              <a:rPr lang="fr-CH" sz="2400" dirty="0" err="1">
                <a:solidFill>
                  <a:srgbClr val="002060"/>
                </a:solidFill>
              </a:rPr>
              <a:t>possibility</a:t>
            </a:r>
            <a:r>
              <a:rPr lang="fr-CH" sz="2400" dirty="0">
                <a:solidFill>
                  <a:srgbClr val="002060"/>
                </a:solidFill>
              </a:rPr>
              <a:t> of </a:t>
            </a:r>
            <a:r>
              <a:rPr lang="fr-CH" sz="2400" dirty="0" err="1">
                <a:solidFill>
                  <a:srgbClr val="002060"/>
                </a:solidFill>
              </a:rPr>
              <a:t>altering</a:t>
            </a:r>
            <a:r>
              <a:rPr lang="fr-CH" sz="2400" dirty="0">
                <a:solidFill>
                  <a:srgbClr val="002060"/>
                </a:solidFill>
              </a:rPr>
              <a:t> host and port </a:t>
            </a:r>
            <a:r>
              <a:rPr lang="fr-CH" sz="2400" dirty="0" err="1">
                <a:solidFill>
                  <a:srgbClr val="002060"/>
                </a:solidFill>
              </a:rPr>
              <a:t>it</a:t>
            </a:r>
            <a:r>
              <a:rPr lang="fr-CH" sz="2400" dirty="0">
                <a:solidFill>
                  <a:srgbClr val="002060"/>
                </a:solidFill>
              </a:rPr>
              <a:t> </a:t>
            </a:r>
            <a:r>
              <a:rPr lang="fr-CH" sz="2400" dirty="0" err="1">
                <a:solidFill>
                  <a:srgbClr val="002060"/>
                </a:solidFill>
              </a:rPr>
              <a:t>is</a:t>
            </a:r>
            <a:r>
              <a:rPr lang="fr-CH" sz="2400" dirty="0">
                <a:solidFill>
                  <a:srgbClr val="002060"/>
                </a:solidFill>
              </a:rPr>
              <a:t> able to fit </a:t>
            </a:r>
            <a:r>
              <a:rPr lang="fr-CH" sz="2400" dirty="0" err="1">
                <a:solidFill>
                  <a:srgbClr val="002060"/>
                </a:solidFill>
              </a:rPr>
              <a:t>with</a:t>
            </a:r>
            <a:r>
              <a:rPr lang="fr-CH" sz="2400" dirty="0">
                <a:solidFill>
                  <a:srgbClr val="002060"/>
                </a:solidFill>
              </a:rPr>
              <a:t> </a:t>
            </a:r>
            <a:r>
              <a:rPr lang="fr-CH" sz="2400" dirty="0" err="1">
                <a:solidFill>
                  <a:srgbClr val="002060"/>
                </a:solidFill>
              </a:rPr>
              <a:t>ease</a:t>
            </a:r>
            <a:r>
              <a:rPr lang="fr-CH" sz="2400" dirty="0">
                <a:solidFill>
                  <a:srgbClr val="002060"/>
                </a:solidFill>
              </a:rPr>
              <a:t> on multiple environnement </a:t>
            </a:r>
          </a:p>
        </p:txBody>
      </p:sp>
    </p:spTree>
    <p:extLst>
      <p:ext uri="{BB962C8B-B14F-4D97-AF65-F5344CB8AC3E}">
        <p14:creationId xmlns:p14="http://schemas.microsoft.com/office/powerpoint/2010/main" val="3475941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333C0-E767-74CD-A369-D69486888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13392A-6933-BE7C-F90B-4DB91D200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solidFill>
                  <a:srgbClr val="002060"/>
                </a:solidFill>
              </a:rPr>
              <a:t>How ?  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32E16B4A-DBEE-5B24-A7DF-F08C4A410F62}"/>
              </a:ext>
            </a:extLst>
          </p:cNvPr>
          <p:cNvGrpSpPr/>
          <p:nvPr/>
        </p:nvGrpSpPr>
        <p:grpSpPr>
          <a:xfrm rot="10800000">
            <a:off x="8242610" y="5344911"/>
            <a:ext cx="8014876" cy="3100402"/>
            <a:chOff x="-3270248" y="-1491149"/>
            <a:chExt cx="8014876" cy="310040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28E11FB-B128-3D1D-FF12-11026BA2AD36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11F3098-5589-37BF-239A-832B64082A34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9B4D87F-DA51-C625-9BE9-DE39BDF5B6CE}"/>
                </a:ext>
              </a:extLst>
            </p:cNvPr>
            <p:cNvSpPr/>
            <p:nvPr/>
          </p:nvSpPr>
          <p:spPr>
            <a:xfrm rot="19358576">
              <a:off x="-1795868" y="-1003318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pic>
        <p:nvPicPr>
          <p:cNvPr id="5" name="Image 4">
            <a:extLst>
              <a:ext uri="{FF2B5EF4-FFF2-40B4-BE49-F238E27FC236}">
                <a16:creationId xmlns:a16="http://schemas.microsoft.com/office/drawing/2014/main" id="{EAEDAB3A-8670-B5E3-79E0-882349D76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804" y="1690688"/>
            <a:ext cx="5992061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92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2D9DC-1E34-9A60-CD14-23B4238C8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D8ED438-304C-372E-680F-33159EBE4612}"/>
              </a:ext>
            </a:extLst>
          </p:cNvPr>
          <p:cNvSpPr/>
          <p:nvPr/>
        </p:nvSpPr>
        <p:spPr>
          <a:xfrm>
            <a:off x="725440" y="1636258"/>
            <a:ext cx="2752719" cy="1713863"/>
          </a:xfrm>
          <a:prstGeom prst="rect">
            <a:avLst/>
          </a:prstGeom>
          <a:solidFill>
            <a:srgbClr val="A6CAEC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 lang="fr-CH" sz="1400" dirty="0"/>
              <a:t>Container docker</a:t>
            </a:r>
            <a:endParaRPr sz="14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B1A58DE-486C-9998-D955-3BA3A7376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solidFill>
                  <a:srgbClr val="002060"/>
                </a:solidFill>
              </a:rPr>
              <a:t>Client </a:t>
            </a:r>
            <a:r>
              <a:rPr lang="fr-CH" dirty="0" err="1">
                <a:solidFill>
                  <a:srgbClr val="002060"/>
                </a:solidFill>
              </a:rPr>
              <a:t>side</a:t>
            </a:r>
            <a:r>
              <a:rPr lang="fr-CH" dirty="0">
                <a:solidFill>
                  <a:srgbClr val="002060"/>
                </a:solidFill>
              </a:rPr>
              <a:t>  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AC2F13D-CD69-B028-D63E-42CD14B4D380}"/>
              </a:ext>
            </a:extLst>
          </p:cNvPr>
          <p:cNvGrpSpPr/>
          <p:nvPr/>
        </p:nvGrpSpPr>
        <p:grpSpPr>
          <a:xfrm rot="10800000">
            <a:off x="8242610" y="5344911"/>
            <a:ext cx="8014876" cy="3100402"/>
            <a:chOff x="-3270248" y="-1491149"/>
            <a:chExt cx="8014876" cy="310040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899B08-9FE4-383F-9237-854D246AA62D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F7E93F6-C8E4-0F8F-3043-2B31DA54FE9B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5291F82-36CA-6376-7D06-9C6E23E95557}"/>
                </a:ext>
              </a:extLst>
            </p:cNvPr>
            <p:cNvSpPr/>
            <p:nvPr/>
          </p:nvSpPr>
          <p:spPr>
            <a:xfrm rot="19358576">
              <a:off x="-1795868" y="-1003318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F12DF6E-0CC7-5407-DB2D-81735ECD3CAB}"/>
              </a:ext>
            </a:extLst>
          </p:cNvPr>
          <p:cNvSpPr/>
          <p:nvPr/>
        </p:nvSpPr>
        <p:spPr>
          <a:xfrm>
            <a:off x="1039535" y="1977502"/>
            <a:ext cx="2133600" cy="119174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4800" dirty="0"/>
              <a:t>Client</a:t>
            </a:r>
            <a:endParaRPr sz="4800" dirty="0"/>
          </a:p>
        </p:txBody>
      </p:sp>
      <p:cxnSp>
        <p:nvCxnSpPr>
          <p:cNvPr id="4" name="Connecteur droit avec flèche 9">
            <a:extLst>
              <a:ext uri="{FF2B5EF4-FFF2-40B4-BE49-F238E27FC236}">
                <a16:creationId xmlns:a16="http://schemas.microsoft.com/office/drawing/2014/main" id="{D8087EEF-7ED0-7FFF-2A92-339B4531015E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 flipV="1">
            <a:off x="3173135" y="2559844"/>
            <a:ext cx="2978942" cy="13532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96E9793-C39F-6834-10FF-D475BA543EEA}"/>
              </a:ext>
            </a:extLst>
          </p:cNvPr>
          <p:cNvSpPr/>
          <p:nvPr/>
        </p:nvSpPr>
        <p:spPr>
          <a:xfrm>
            <a:off x="1081392" y="5280081"/>
            <a:ext cx="2049886" cy="100017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1200" dirty="0"/>
              <a:t>User</a:t>
            </a:r>
            <a:endParaRPr sz="1200" dirty="0"/>
          </a:p>
        </p:txBody>
      </p:sp>
      <p:cxnSp>
        <p:nvCxnSpPr>
          <p:cNvPr id="7" name="Connecteur droit avec flèche 9">
            <a:extLst>
              <a:ext uri="{FF2B5EF4-FFF2-40B4-BE49-F238E27FC236}">
                <a16:creationId xmlns:a16="http://schemas.microsoft.com/office/drawing/2014/main" id="{87A8AA46-CB6F-FCC3-100E-BDE2E9546907}"/>
              </a:ext>
            </a:extLst>
          </p:cNvPr>
          <p:cNvCxnSpPr>
            <a:cxnSpLocks/>
            <a:stCxn id="6" idx="0"/>
            <a:endCxn id="3" idx="2"/>
          </p:cNvCxnSpPr>
          <p:nvPr/>
        </p:nvCxnSpPr>
        <p:spPr>
          <a:xfrm rot="5400000" flipH="1" flipV="1">
            <a:off x="1050920" y="4224666"/>
            <a:ext cx="2110831" cy="12700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31F8352-CFA4-B2E8-3300-44C73D81FF09}"/>
              </a:ext>
            </a:extLst>
          </p:cNvPr>
          <p:cNvSpPr/>
          <p:nvPr/>
        </p:nvSpPr>
        <p:spPr>
          <a:xfrm>
            <a:off x="6152077" y="1963970"/>
            <a:ext cx="2133600" cy="119174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4800" dirty="0"/>
              <a:t>Server</a:t>
            </a:r>
            <a:endParaRPr sz="4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6191F9-CAAA-BDF7-F9B9-AB7E74718671}"/>
              </a:ext>
            </a:extLst>
          </p:cNvPr>
          <p:cNvSpPr/>
          <p:nvPr/>
        </p:nvSpPr>
        <p:spPr>
          <a:xfrm>
            <a:off x="3969505" y="2277689"/>
            <a:ext cx="1003620" cy="58114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1200" dirty="0"/>
              <a:t>Interface</a:t>
            </a:r>
            <a:br>
              <a:rPr lang="fr-CH" sz="1200" dirty="0"/>
            </a:br>
            <a:r>
              <a:rPr lang="fr-CH" sz="1200" dirty="0"/>
              <a:t>REPL</a:t>
            </a:r>
            <a:endParaRPr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77711-B22E-B315-60FD-EA53CE8E9EFA}"/>
              </a:ext>
            </a:extLst>
          </p:cNvPr>
          <p:cNvSpPr/>
          <p:nvPr/>
        </p:nvSpPr>
        <p:spPr>
          <a:xfrm>
            <a:off x="3969505" y="2949415"/>
            <a:ext cx="1003620" cy="155715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1200" dirty="0"/>
              <a:t>ADD</a:t>
            </a:r>
          </a:p>
          <a:p>
            <a:pPr algn="ctr">
              <a:defRPr sz="1600" b="1"/>
            </a:pPr>
            <a:r>
              <a:rPr lang="fr-CH" sz="1200" dirty="0"/>
              <a:t>REMOVE</a:t>
            </a:r>
          </a:p>
          <a:p>
            <a:pPr algn="ctr">
              <a:defRPr sz="1600" b="1"/>
            </a:pPr>
            <a:r>
              <a:rPr lang="fr-CH" sz="1200" dirty="0"/>
              <a:t>MODIFY</a:t>
            </a:r>
          </a:p>
          <a:p>
            <a:pPr algn="ctr">
              <a:defRPr sz="1600" b="1"/>
            </a:pPr>
            <a:r>
              <a:rPr lang="fr-CH" sz="1200" dirty="0"/>
              <a:t>MANAGE</a:t>
            </a:r>
          </a:p>
          <a:p>
            <a:pPr algn="ctr">
              <a:defRPr sz="1600" b="1"/>
            </a:pPr>
            <a:r>
              <a:rPr lang="fr-CH" sz="1200" dirty="0"/>
              <a:t>RESERVE</a:t>
            </a:r>
          </a:p>
        </p:txBody>
      </p:sp>
    </p:spTree>
    <p:extLst>
      <p:ext uri="{BB962C8B-B14F-4D97-AF65-F5344CB8AC3E}">
        <p14:creationId xmlns:p14="http://schemas.microsoft.com/office/powerpoint/2010/main" val="4121096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819AA-945A-1F41-169F-0258A4E5E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E66BE2-C9A8-70BD-3E6A-B7E56864F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solidFill>
                  <a:srgbClr val="002060"/>
                </a:solidFill>
              </a:rPr>
              <a:t>Server </a:t>
            </a:r>
            <a:r>
              <a:rPr lang="fr-CH" dirty="0" err="1">
                <a:solidFill>
                  <a:srgbClr val="002060"/>
                </a:solidFill>
              </a:rPr>
              <a:t>side</a:t>
            </a:r>
            <a:endParaRPr lang="fr-CH" dirty="0">
              <a:solidFill>
                <a:srgbClr val="002060"/>
              </a:solidFill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D4B7162B-4FBD-09FD-2A44-635A0ADA5FE9}"/>
              </a:ext>
            </a:extLst>
          </p:cNvPr>
          <p:cNvGrpSpPr/>
          <p:nvPr/>
        </p:nvGrpSpPr>
        <p:grpSpPr>
          <a:xfrm rot="10800000">
            <a:off x="8242610" y="5344911"/>
            <a:ext cx="8014876" cy="3100402"/>
            <a:chOff x="-3270248" y="-1491149"/>
            <a:chExt cx="8014876" cy="310040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A09568-1CFD-E640-A418-9FBD8513E189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175383D-99C5-C968-3587-4AD50D215BDB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820B2D5-4A8C-80CF-5A25-39E4E6F2997A}"/>
                </a:ext>
              </a:extLst>
            </p:cNvPr>
            <p:cNvSpPr/>
            <p:nvPr/>
          </p:nvSpPr>
          <p:spPr>
            <a:xfrm rot="19358576">
              <a:off x="-1795868" y="-1003318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887CA8F3-1FA5-0A68-9C61-17BF56D834C0}"/>
              </a:ext>
            </a:extLst>
          </p:cNvPr>
          <p:cNvSpPr/>
          <p:nvPr/>
        </p:nvSpPr>
        <p:spPr>
          <a:xfrm>
            <a:off x="5842518" y="1607795"/>
            <a:ext cx="2752719" cy="1713863"/>
          </a:xfrm>
          <a:prstGeom prst="rect">
            <a:avLst/>
          </a:prstGeom>
          <a:solidFill>
            <a:srgbClr val="A6CAEC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 lang="fr-CH" sz="1400" dirty="0"/>
              <a:t>Container docker</a:t>
            </a:r>
            <a:endParaRPr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6761DE-D2EF-8920-5B53-D575CFAAF275}"/>
              </a:ext>
            </a:extLst>
          </p:cNvPr>
          <p:cNvSpPr/>
          <p:nvPr/>
        </p:nvSpPr>
        <p:spPr>
          <a:xfrm>
            <a:off x="1039535" y="1977502"/>
            <a:ext cx="2133600" cy="119174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4800" dirty="0"/>
              <a:t>Client</a:t>
            </a:r>
            <a:endParaRPr sz="4800" dirty="0"/>
          </a:p>
        </p:txBody>
      </p:sp>
      <p:cxnSp>
        <p:nvCxnSpPr>
          <p:cNvPr id="17" name="Connecteur droit avec flèche 9">
            <a:extLst>
              <a:ext uri="{FF2B5EF4-FFF2-40B4-BE49-F238E27FC236}">
                <a16:creationId xmlns:a16="http://schemas.microsoft.com/office/drawing/2014/main" id="{448768F5-254F-4CD6-BF41-BC43A0F191C4}"/>
              </a:ext>
            </a:extLst>
          </p:cNvPr>
          <p:cNvCxnSpPr>
            <a:cxnSpLocks/>
            <a:endCxn id="16" idx="3"/>
          </p:cNvCxnSpPr>
          <p:nvPr/>
        </p:nvCxnSpPr>
        <p:spPr>
          <a:xfrm rot="10800000">
            <a:off x="3173135" y="2573376"/>
            <a:ext cx="2978944" cy="2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A20E10F-D6DF-7AAE-DF93-2038E746C899}"/>
              </a:ext>
            </a:extLst>
          </p:cNvPr>
          <p:cNvSpPr/>
          <p:nvPr/>
        </p:nvSpPr>
        <p:spPr>
          <a:xfrm>
            <a:off x="6189499" y="4942624"/>
            <a:ext cx="2049886" cy="100017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1200" dirty="0" err="1"/>
              <a:t>Database</a:t>
            </a:r>
            <a:r>
              <a:rPr lang="fr-CH" sz="1200" dirty="0"/>
              <a:t> </a:t>
            </a:r>
          </a:p>
          <a:p>
            <a:pPr algn="ctr">
              <a:defRPr sz="1600" b="1"/>
            </a:pPr>
            <a:r>
              <a:rPr lang="fr-CH" sz="1200" dirty="0" err="1"/>
              <a:t>Hashmap</a:t>
            </a:r>
            <a:endParaRPr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CB3EED-BEEB-2BDA-B394-FE0EDE255CDC}"/>
              </a:ext>
            </a:extLst>
          </p:cNvPr>
          <p:cNvSpPr/>
          <p:nvPr/>
        </p:nvSpPr>
        <p:spPr>
          <a:xfrm>
            <a:off x="6152077" y="1963970"/>
            <a:ext cx="2133600" cy="119174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4800" dirty="0"/>
              <a:t>Server</a:t>
            </a:r>
            <a:endParaRPr sz="4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CE57DF-4D99-43B0-56CD-458277312EAA}"/>
              </a:ext>
            </a:extLst>
          </p:cNvPr>
          <p:cNvSpPr/>
          <p:nvPr/>
        </p:nvSpPr>
        <p:spPr>
          <a:xfrm>
            <a:off x="4182802" y="2931156"/>
            <a:ext cx="1003620" cy="579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1200" dirty="0"/>
              <a:t>OK</a:t>
            </a:r>
          </a:p>
          <a:p>
            <a:pPr algn="ctr">
              <a:defRPr sz="1600" b="1"/>
            </a:pPr>
            <a:r>
              <a:rPr lang="fr-CH" sz="1200" dirty="0"/>
              <a:t>INVALID</a:t>
            </a:r>
          </a:p>
        </p:txBody>
      </p:sp>
      <p:cxnSp>
        <p:nvCxnSpPr>
          <p:cNvPr id="26" name="Connecteur droit avec flèche 9">
            <a:extLst>
              <a:ext uri="{FF2B5EF4-FFF2-40B4-BE49-F238E27FC236}">
                <a16:creationId xmlns:a16="http://schemas.microsoft.com/office/drawing/2014/main" id="{8B062AEB-45D8-48A4-74D3-824CF9CEB6E9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 rot="5400000">
            <a:off x="6323207" y="4046954"/>
            <a:ext cx="1786906" cy="4435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77BA085-BBEF-5383-BF6A-B71FE474AE14}"/>
              </a:ext>
            </a:extLst>
          </p:cNvPr>
          <p:cNvSpPr/>
          <p:nvPr/>
        </p:nvSpPr>
        <p:spPr>
          <a:xfrm>
            <a:off x="4182802" y="2215599"/>
            <a:ext cx="1003620" cy="58114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1200" dirty="0"/>
              <a:t>Interface</a:t>
            </a:r>
            <a:br>
              <a:rPr lang="fr-CH" sz="1200" dirty="0"/>
            </a:br>
            <a:r>
              <a:rPr lang="fr-CH" sz="1200" dirty="0"/>
              <a:t>REPL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1225355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25045-B114-F923-D3FA-D4719F57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B0814-BD65-50B0-2CB6-59F5FF2D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>
                <a:solidFill>
                  <a:srgbClr val="002060"/>
                </a:solidFill>
              </a:rPr>
              <a:t>Task</a:t>
            </a:r>
            <a:r>
              <a:rPr lang="fr-CH" dirty="0">
                <a:solidFill>
                  <a:srgbClr val="002060"/>
                </a:solidFill>
              </a:rPr>
              <a:t> </a:t>
            </a:r>
            <a:r>
              <a:rPr lang="fr-CH" dirty="0" err="1">
                <a:solidFill>
                  <a:srgbClr val="002060"/>
                </a:solidFill>
              </a:rPr>
              <a:t>separation</a:t>
            </a:r>
            <a:endParaRPr lang="fr-CH" dirty="0">
              <a:solidFill>
                <a:srgbClr val="002060"/>
              </a:solidFill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32EA93F7-FBCE-A516-0C5A-959B08DEA5E9}"/>
              </a:ext>
            </a:extLst>
          </p:cNvPr>
          <p:cNvGrpSpPr/>
          <p:nvPr/>
        </p:nvGrpSpPr>
        <p:grpSpPr>
          <a:xfrm rot="10800000">
            <a:off x="8242610" y="5344911"/>
            <a:ext cx="8014876" cy="3100402"/>
            <a:chOff x="-3270248" y="-1491149"/>
            <a:chExt cx="8014876" cy="310040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944F3CC-B0B2-66A8-D689-4CFA98DECD80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A38C831-3350-E85A-6F48-D1C83CD215E1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BAE424E-A525-C656-4D62-A5C6281ABA2E}"/>
                </a:ext>
              </a:extLst>
            </p:cNvPr>
            <p:cNvSpPr/>
            <p:nvPr/>
          </p:nvSpPr>
          <p:spPr>
            <a:xfrm rot="19358576">
              <a:off x="-1795868" y="-1003318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6E853400-00F5-55E6-759C-AD8AADCD6CF3}"/>
              </a:ext>
            </a:extLst>
          </p:cNvPr>
          <p:cNvSpPr/>
          <p:nvPr/>
        </p:nvSpPr>
        <p:spPr>
          <a:xfrm>
            <a:off x="1039534" y="1977502"/>
            <a:ext cx="2781351" cy="119174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3600" dirty="0"/>
              <a:t>Thibault</a:t>
            </a:r>
            <a:endParaRPr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D5EA37-846C-729F-3FD8-F9072A3D82AF}"/>
              </a:ext>
            </a:extLst>
          </p:cNvPr>
          <p:cNvSpPr/>
          <p:nvPr/>
        </p:nvSpPr>
        <p:spPr>
          <a:xfrm>
            <a:off x="4305248" y="1977502"/>
            <a:ext cx="2781351" cy="119174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3600" dirty="0"/>
              <a:t>Sofia</a:t>
            </a:r>
            <a:endParaRPr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C8180E-0AC4-AD84-14A1-676EBA3B9BF4}"/>
              </a:ext>
            </a:extLst>
          </p:cNvPr>
          <p:cNvSpPr/>
          <p:nvPr/>
        </p:nvSpPr>
        <p:spPr>
          <a:xfrm>
            <a:off x="7570962" y="1972697"/>
            <a:ext cx="2781351" cy="119174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3600" dirty="0"/>
              <a:t>Quentin</a:t>
            </a:r>
            <a:endParaRPr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285F3B-3BEA-1CCC-0383-9A4AD153D559}"/>
              </a:ext>
            </a:extLst>
          </p:cNvPr>
          <p:cNvSpPr/>
          <p:nvPr/>
        </p:nvSpPr>
        <p:spPr>
          <a:xfrm>
            <a:off x="1039534" y="2860189"/>
            <a:ext cx="2781351" cy="174446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>
              <a:buFont typeface="Arial" panose="020B0604020202020204" pitchFamily="34" charset="0"/>
              <a:buChar char="•"/>
              <a:defRPr sz="1600" b="1"/>
            </a:pPr>
            <a:r>
              <a:rPr lang="fr-CH" sz="2000" dirty="0" err="1"/>
              <a:t>Dockerisation</a:t>
            </a:r>
            <a:endParaRPr lang="fr-CH" sz="2000" dirty="0"/>
          </a:p>
          <a:p>
            <a:pPr marL="571500" indent="-571500">
              <a:buFont typeface="Arial" panose="020B0604020202020204" pitchFamily="34" charset="0"/>
              <a:buChar char="•"/>
              <a:defRPr sz="1600" b="1"/>
            </a:pPr>
            <a:r>
              <a:rPr lang="fr-CH" sz="2000" dirty="0"/>
              <a:t>App Protocol </a:t>
            </a:r>
          </a:p>
          <a:p>
            <a:pPr marL="571500" indent="-571500">
              <a:buFont typeface="Arial" panose="020B0604020202020204" pitchFamily="34" charset="0"/>
              <a:buChar char="•"/>
              <a:defRPr sz="1600" b="1"/>
            </a:pPr>
            <a:r>
              <a:rPr lang="fr-CH" sz="2000" dirty="0" err="1"/>
              <a:t>Presentation</a:t>
            </a:r>
            <a:endParaRPr lang="fr-CH" sz="2000" dirty="0"/>
          </a:p>
          <a:p>
            <a:pPr marL="571500" indent="-571500">
              <a:buFont typeface="Arial" panose="020B0604020202020204" pitchFamily="34" charset="0"/>
              <a:buChar char="•"/>
              <a:defRPr sz="1600" b="1"/>
            </a:pPr>
            <a:r>
              <a:rPr lang="fr-CH" sz="2000" dirty="0"/>
              <a:t>Bug correction</a:t>
            </a:r>
            <a:endParaRPr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89928F-C18C-C48A-9DA3-71EAECA4ADFE}"/>
              </a:ext>
            </a:extLst>
          </p:cNvPr>
          <p:cNvSpPr/>
          <p:nvPr/>
        </p:nvSpPr>
        <p:spPr>
          <a:xfrm>
            <a:off x="4305248" y="2860189"/>
            <a:ext cx="2781351" cy="174446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>
              <a:buFont typeface="Arial" panose="020B0604020202020204" pitchFamily="34" charset="0"/>
              <a:buChar char="•"/>
              <a:defRPr sz="1600" b="1"/>
            </a:pPr>
            <a:r>
              <a:rPr lang="fr-CH" sz="2000" dirty="0" err="1"/>
              <a:t>Readme</a:t>
            </a:r>
            <a:endParaRPr lang="fr-CH" sz="2000" dirty="0"/>
          </a:p>
          <a:p>
            <a:pPr marL="571500" indent="-571500">
              <a:buFont typeface="Arial" panose="020B0604020202020204" pitchFamily="34" charset="0"/>
              <a:buChar char="•"/>
              <a:defRPr sz="1600" b="1"/>
            </a:pPr>
            <a:r>
              <a:rPr lang="fr-CH" sz="2000" dirty="0"/>
              <a:t>Server </a:t>
            </a:r>
          </a:p>
          <a:p>
            <a:pPr marL="571500" indent="-571500">
              <a:buFont typeface="Arial" panose="020B0604020202020204" pitchFamily="34" charset="0"/>
              <a:buChar char="•"/>
              <a:defRPr sz="1600" b="1"/>
            </a:pPr>
            <a:r>
              <a:rPr lang="fr-CH" sz="2000" dirty="0"/>
              <a:t>Container </a:t>
            </a:r>
            <a:r>
              <a:rPr lang="fr-CH" sz="2000" dirty="0" err="1"/>
              <a:t>publishing</a:t>
            </a:r>
            <a:endParaRPr lang="fr-CH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9A488A-E43B-4204-D671-975C93800600}"/>
              </a:ext>
            </a:extLst>
          </p:cNvPr>
          <p:cNvSpPr/>
          <p:nvPr/>
        </p:nvSpPr>
        <p:spPr>
          <a:xfrm>
            <a:off x="7570961" y="2860189"/>
            <a:ext cx="2781351" cy="174446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>
              <a:buFont typeface="Arial" panose="020B0604020202020204" pitchFamily="34" charset="0"/>
              <a:buChar char="•"/>
              <a:defRPr sz="1600" b="1"/>
            </a:pPr>
            <a:r>
              <a:rPr lang="fr-CH" sz="2000" dirty="0"/>
              <a:t>Client </a:t>
            </a:r>
          </a:p>
          <a:p>
            <a:pPr marL="571500" indent="-571500">
              <a:buFont typeface="Arial" panose="020B0604020202020204" pitchFamily="34" charset="0"/>
              <a:buChar char="•"/>
              <a:defRPr sz="1600" b="1"/>
            </a:pPr>
            <a:r>
              <a:rPr lang="fr-CH" sz="2000" dirty="0"/>
              <a:t>Maven </a:t>
            </a:r>
          </a:p>
          <a:p>
            <a:pPr marL="571500" indent="-571500">
              <a:buFont typeface="Arial" panose="020B0604020202020204" pitchFamily="34" charset="0"/>
              <a:buChar char="•"/>
              <a:defRPr sz="1600" b="1"/>
            </a:pPr>
            <a:r>
              <a:rPr lang="fr-CH" sz="2000" dirty="0"/>
              <a:t>GitHub</a:t>
            </a:r>
          </a:p>
          <a:p>
            <a:pPr marL="571500" indent="-571500">
              <a:buFont typeface="Arial" panose="020B0604020202020204" pitchFamily="34" charset="0"/>
              <a:buChar char="•"/>
              <a:defRPr sz="1600" b="1"/>
            </a:pPr>
            <a:r>
              <a:rPr lang="fr-CH" sz="2000" dirty="0" err="1"/>
              <a:t>Concurrency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86069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BD4BB-968F-150E-A149-925EC6583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67417-C183-C5EF-06EC-C42896028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>
                <a:solidFill>
                  <a:srgbClr val="002060"/>
                </a:solidFill>
              </a:rPr>
              <a:t>Deploiement</a:t>
            </a:r>
            <a:r>
              <a:rPr lang="fr-CH" dirty="0">
                <a:solidFill>
                  <a:srgbClr val="002060"/>
                </a:solidFill>
              </a:rPr>
              <a:t> </a:t>
            </a:r>
            <a:r>
              <a:rPr lang="fr-CH" dirty="0" err="1">
                <a:solidFill>
                  <a:srgbClr val="002060"/>
                </a:solidFill>
              </a:rPr>
              <a:t>with</a:t>
            </a:r>
            <a:r>
              <a:rPr lang="fr-CH" dirty="0">
                <a:solidFill>
                  <a:srgbClr val="002060"/>
                </a:solidFill>
              </a:rPr>
              <a:t> docker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2697D9E-256C-C5BD-6D20-476FE840A0FF}"/>
              </a:ext>
            </a:extLst>
          </p:cNvPr>
          <p:cNvGrpSpPr/>
          <p:nvPr/>
        </p:nvGrpSpPr>
        <p:grpSpPr>
          <a:xfrm rot="10800000">
            <a:off x="8242610" y="5344911"/>
            <a:ext cx="8014876" cy="3100402"/>
            <a:chOff x="-3270248" y="-1491149"/>
            <a:chExt cx="8014876" cy="310040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ECA2FC3-546C-D4FA-51E5-094D347C0BD7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2FECE0A-4479-73FF-3DA3-1BC63CC87B43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0A61309-0862-8AFA-D666-ABE70A226A60}"/>
                </a:ext>
              </a:extLst>
            </p:cNvPr>
            <p:cNvSpPr/>
            <p:nvPr/>
          </p:nvSpPr>
          <p:spPr>
            <a:xfrm rot="19358576">
              <a:off x="-1795868" y="-1003318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21E3F05-F0B6-C26D-0BA9-4E5E8D2F6148}"/>
              </a:ext>
            </a:extLst>
          </p:cNvPr>
          <p:cNvSpPr/>
          <p:nvPr/>
        </p:nvSpPr>
        <p:spPr>
          <a:xfrm>
            <a:off x="1697121" y="2064995"/>
            <a:ext cx="5591831" cy="3625392"/>
          </a:xfrm>
          <a:prstGeom prst="rect">
            <a:avLst/>
          </a:prstGeom>
          <a:solidFill>
            <a:srgbClr val="A6CAEC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 lang="fr-CH" sz="2000" dirty="0"/>
              <a:t>Container docker</a:t>
            </a:r>
            <a:endParaRPr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3B9085-7D27-C604-F28B-83B24D79B8CF}"/>
              </a:ext>
            </a:extLst>
          </p:cNvPr>
          <p:cNvSpPr/>
          <p:nvPr/>
        </p:nvSpPr>
        <p:spPr>
          <a:xfrm>
            <a:off x="3233057" y="2694682"/>
            <a:ext cx="2592449" cy="120737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4800" dirty="0"/>
              <a:t>Server</a:t>
            </a:r>
            <a:endParaRPr sz="4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EBE0EC-E6E9-25FD-A969-E00EA603CD06}"/>
              </a:ext>
            </a:extLst>
          </p:cNvPr>
          <p:cNvSpPr/>
          <p:nvPr/>
        </p:nvSpPr>
        <p:spPr>
          <a:xfrm>
            <a:off x="3233057" y="4189316"/>
            <a:ext cx="2592449" cy="120737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4800" dirty="0"/>
              <a:t>Client</a:t>
            </a: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1755190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5CEA7-DD99-1D40-CC23-95CB27C87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81A711-5B07-DD08-067C-ED80BCAAF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1630"/>
            <a:ext cx="9144000" cy="2387600"/>
          </a:xfrm>
        </p:spPr>
        <p:txBody>
          <a:bodyPr anchor="ctr"/>
          <a:lstStyle/>
          <a:p>
            <a:r>
              <a:rPr lang="fr-CH" dirty="0">
                <a:solidFill>
                  <a:srgbClr val="002060"/>
                </a:solidFill>
              </a:rPr>
              <a:t>Questions ?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566103D-6F11-6768-031F-DEDD9C8CF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9676" y="4308868"/>
            <a:ext cx="9144000" cy="1655762"/>
          </a:xfrm>
        </p:spPr>
        <p:txBody>
          <a:bodyPr/>
          <a:lstStyle/>
          <a:p>
            <a:endParaRPr lang="fr-CH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31C7359C-7E88-6A78-CFF3-ED37DCEC4F8B}"/>
              </a:ext>
            </a:extLst>
          </p:cNvPr>
          <p:cNvGrpSpPr/>
          <p:nvPr/>
        </p:nvGrpSpPr>
        <p:grpSpPr>
          <a:xfrm rot="10800000">
            <a:off x="7745514" y="5099589"/>
            <a:ext cx="8080172" cy="3218724"/>
            <a:chOff x="-3270248" y="-1491149"/>
            <a:chExt cx="8080172" cy="321872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984375E-127F-72CB-5098-CD415C0D6E5C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7194465-2C62-B84C-E384-74106E560112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765CC8E-D7D7-3B90-6123-E3C36EA14E20}"/>
                </a:ext>
              </a:extLst>
            </p:cNvPr>
            <p:cNvSpPr/>
            <p:nvPr/>
          </p:nvSpPr>
          <p:spPr>
            <a:xfrm rot="19358576">
              <a:off x="-1730572" y="-884996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7ACA8B49-0A03-85BB-E63B-C4B0880A199E}"/>
              </a:ext>
            </a:extLst>
          </p:cNvPr>
          <p:cNvGrpSpPr/>
          <p:nvPr/>
        </p:nvGrpSpPr>
        <p:grpSpPr>
          <a:xfrm>
            <a:off x="-3252272" y="-1419558"/>
            <a:ext cx="8080172" cy="3218724"/>
            <a:chOff x="-3270248" y="-1491149"/>
            <a:chExt cx="8080172" cy="32187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BC3F01B-6FDF-2502-D583-543D1764C2B4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48C3883-38CB-4D21-4A6D-2CFDFB62378F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BEF1117-7E55-5F21-D8D2-902E0887E63C}"/>
                </a:ext>
              </a:extLst>
            </p:cNvPr>
            <p:cNvSpPr/>
            <p:nvPr/>
          </p:nvSpPr>
          <p:spPr>
            <a:xfrm rot="19358576">
              <a:off x="-1730572" y="-884996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 dirty="0"/>
            </a:p>
          </p:txBody>
        </p:sp>
      </p:grpSp>
    </p:spTree>
    <p:extLst>
      <p:ext uri="{BB962C8B-B14F-4D97-AF65-F5344CB8AC3E}">
        <p14:creationId xmlns:p14="http://schemas.microsoft.com/office/powerpoint/2010/main" val="384231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8"/>
    </mc:Choice>
    <mc:Fallback xmlns="">
      <p:transition spd="slow" advTm="1038"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2289</TotalTime>
  <Words>113</Words>
  <Application>Microsoft Office PowerPoint</Application>
  <PresentationFormat>Grand écran</PresentationFormat>
  <Paragraphs>54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Projet 2 DAI</vt:lpstr>
      <vt:lpstr>What ?  </vt:lpstr>
      <vt:lpstr>Why ?</vt:lpstr>
      <vt:lpstr>How ?  </vt:lpstr>
      <vt:lpstr>Client side  </vt:lpstr>
      <vt:lpstr>Server side</vt:lpstr>
      <vt:lpstr>Task separation</vt:lpstr>
      <vt:lpstr>Deploiement with docker</vt:lpstr>
      <vt:lpstr>Questions 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Matthey Thibault</dc:creator>
  <cp:lastModifiedBy>Matthey Thibault</cp:lastModifiedBy>
  <cp:revision>13</cp:revision>
  <dcterms:created xsi:type="dcterms:W3CDTF">2025-08-28T12:06:40Z</dcterms:created>
  <dcterms:modified xsi:type="dcterms:W3CDTF">2025-12-03T15:31:54Z</dcterms:modified>
</cp:coreProperties>
</file>